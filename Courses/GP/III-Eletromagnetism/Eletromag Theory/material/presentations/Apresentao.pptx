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1C019A-C847-4FBE-6988-CAB63C4A96E3}" v="44" dt="2020-08-18T23:29:14.194"/>
    <p1510:client id="{12C00715-307C-8C99-7DBA-B824CE628358}" v="289" dt="2020-08-18T22:24:40.951"/>
    <p1510:client id="{18E7E7B8-75CE-A3A2-8301-C860365D2710}" v="75" dt="2020-08-18T23:35:36.956"/>
    <p1510:client id="{2798A7D6-D7D5-A30C-55E6-000FE9323834}" v="55" dt="2020-08-19T15:00:53.030"/>
    <p1510:client id="{34DA14D4-2042-5BBA-E43E-5E690BCB1E22}" v="3" dt="2020-08-19T15:06:32"/>
    <p1510:client id="{65A46323-DE04-4500-BB35-7E2940526D09}" v="64" dt="2020-08-18T21:04:12.251"/>
    <p1510:client id="{6ADD2F5C-3DF5-B6F3-D098-B1400232F9CB}" v="3" dt="2020-08-18T22:50:31.686"/>
    <p1510:client id="{6DC2E7E0-A924-489E-021D-09A2933C782F}" v="10" dt="2020-08-19T15:57:13.101"/>
    <p1510:client id="{B8E2E764-E8BF-FA15-E31D-C3BE6730B87C}" v="7" dt="2020-08-19T15:18:20.069"/>
    <p1510:client id="{CFC076FD-C46E-014E-2475-E6E5D710E47D}" v="3" dt="2020-08-19T15:52:43.616"/>
    <p1510:client id="{EC4BBC60-121B-1C29-8DC6-939A877D9224}" v="15" dt="2020-08-18T22:47:07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dos Santos Lima" userId="S::lslima@cefetmg.br::3f210c37-20bb-47f8-a5a4-b41b653ca97d" providerId="AD" clId="Web-{34DA14D4-2042-5BBA-E43E-5E690BCB1E22}"/>
    <pc:docChg chg="modSld">
      <pc:chgData name="Leonardo dos Santos Lima" userId="S::lslima@cefetmg.br::3f210c37-20bb-47f8-a5a4-b41b653ca97d" providerId="AD" clId="Web-{34DA14D4-2042-5BBA-E43E-5E690BCB1E22}" dt="2020-08-19T15:06:32" v="2"/>
      <pc:docMkLst>
        <pc:docMk/>
      </pc:docMkLst>
      <pc:sldChg chg="addSp delSp modSp">
        <pc:chgData name="Leonardo dos Santos Lima" userId="S::lslima@cefetmg.br::3f210c37-20bb-47f8-a5a4-b41b653ca97d" providerId="AD" clId="Web-{34DA14D4-2042-5BBA-E43E-5E690BCB1E22}" dt="2020-08-19T15:06:32" v="2"/>
        <pc:sldMkLst>
          <pc:docMk/>
          <pc:sldMk cId="2859028662" sldId="273"/>
        </pc:sldMkLst>
        <pc:picChg chg="add del mod">
          <ac:chgData name="Leonardo dos Santos Lima" userId="S::lslima@cefetmg.br::3f210c37-20bb-47f8-a5a4-b41b653ca97d" providerId="AD" clId="Web-{34DA14D4-2042-5BBA-E43E-5E690BCB1E22}" dt="2020-08-19T15:06:32" v="2"/>
          <ac:picMkLst>
            <pc:docMk/>
            <pc:sldMk cId="2859028662" sldId="273"/>
            <ac:picMk id="2" creationId="{20342C7A-DBD5-4072-AB89-03A2E4E4C255}"/>
          </ac:picMkLst>
        </pc:picChg>
      </pc:sldChg>
    </pc:docChg>
  </pc:docChgLst>
  <pc:docChgLst>
    <pc:chgData name="Leonardo dos Santos Lima" userId="S::lslima@cefetmg.br::3f210c37-20bb-47f8-a5a4-b41b653ca97d" providerId="AD" clId="Web-{CFC076FD-C46E-014E-2475-E6E5D710E47D}"/>
    <pc:docChg chg="modSld">
      <pc:chgData name="Leonardo dos Santos Lima" userId="S::lslima@cefetmg.br::3f210c37-20bb-47f8-a5a4-b41b653ca97d" providerId="AD" clId="Web-{CFC076FD-C46E-014E-2475-E6E5D710E47D}" dt="2020-08-19T15:52:43.616" v="2" actId="14100"/>
      <pc:docMkLst>
        <pc:docMk/>
      </pc:docMkLst>
      <pc:sldChg chg="addSp modSp">
        <pc:chgData name="Leonardo dos Santos Lima" userId="S::lslima@cefetmg.br::3f210c37-20bb-47f8-a5a4-b41b653ca97d" providerId="AD" clId="Web-{CFC076FD-C46E-014E-2475-E6E5D710E47D}" dt="2020-08-19T15:52:43.616" v="2" actId="14100"/>
        <pc:sldMkLst>
          <pc:docMk/>
          <pc:sldMk cId="2859028662" sldId="273"/>
        </pc:sldMkLst>
        <pc:picChg chg="add mod">
          <ac:chgData name="Leonardo dos Santos Lima" userId="S::lslima@cefetmg.br::3f210c37-20bb-47f8-a5a4-b41b653ca97d" providerId="AD" clId="Web-{CFC076FD-C46E-014E-2475-E6E5D710E47D}" dt="2020-08-19T15:52:43.616" v="2" actId="14100"/>
          <ac:picMkLst>
            <pc:docMk/>
            <pc:sldMk cId="2859028662" sldId="273"/>
            <ac:picMk id="2" creationId="{2F032DEB-3FDC-45E0-B324-43DDA6F370B8}"/>
          </ac:picMkLst>
        </pc:picChg>
      </pc:sldChg>
    </pc:docChg>
  </pc:docChgLst>
  <pc:docChgLst>
    <pc:chgData name="Leonardo dos Santos Lima" userId="S::lslima@cefetmg.br::3f210c37-20bb-47f8-a5a4-b41b653ca97d" providerId="AD" clId="Web-{18E7E7B8-75CE-A3A2-8301-C860365D2710}"/>
    <pc:docChg chg="addSld modSld">
      <pc:chgData name="Leonardo dos Santos Lima" userId="S::lslima@cefetmg.br::3f210c37-20bb-47f8-a5a4-b41b653ca97d" providerId="AD" clId="Web-{18E7E7B8-75CE-A3A2-8301-C860365D2710}" dt="2020-08-18T23:35:36.956" v="69" actId="1076"/>
      <pc:docMkLst>
        <pc:docMk/>
      </pc:docMkLst>
      <pc:sldChg chg="addSp delSp modSp">
        <pc:chgData name="Leonardo dos Santos Lima" userId="S::lslima@cefetmg.br::3f210c37-20bb-47f8-a5a4-b41b653ca97d" providerId="AD" clId="Web-{18E7E7B8-75CE-A3A2-8301-C860365D2710}" dt="2020-08-18T23:35:36.956" v="69" actId="1076"/>
        <pc:sldMkLst>
          <pc:docMk/>
          <pc:sldMk cId="3952382394" sldId="270"/>
        </pc:sldMkLst>
        <pc:spChg chg="add del mod">
          <ac:chgData name="Leonardo dos Santos Lima" userId="S::lslima@cefetmg.br::3f210c37-20bb-47f8-a5a4-b41b653ca97d" providerId="AD" clId="Web-{18E7E7B8-75CE-A3A2-8301-C860365D2710}" dt="2020-08-18T23:32:57.763" v="59"/>
          <ac:spMkLst>
            <pc:docMk/>
            <pc:sldMk cId="3952382394" sldId="270"/>
            <ac:spMk id="5" creationId="{301FBC79-1677-4AFC-B28C-7E37B3C7B7B3}"/>
          </ac:spMkLst>
        </pc:spChg>
        <pc:picChg chg="add del mod">
          <ac:chgData name="Leonardo dos Santos Lima" userId="S::lslima@cefetmg.br::3f210c37-20bb-47f8-a5a4-b41b653ca97d" providerId="AD" clId="Web-{18E7E7B8-75CE-A3A2-8301-C860365D2710}" dt="2020-08-18T23:31:30.948" v="48"/>
          <ac:picMkLst>
            <pc:docMk/>
            <pc:sldMk cId="3952382394" sldId="270"/>
            <ac:picMk id="2" creationId="{E1A07480-D954-4695-8693-6605CCD18BB6}"/>
          </ac:picMkLst>
        </pc:picChg>
        <pc:picChg chg="add del mod">
          <ac:chgData name="Leonardo dos Santos Lima" userId="S::lslima@cefetmg.br::3f210c37-20bb-47f8-a5a4-b41b653ca97d" providerId="AD" clId="Web-{18E7E7B8-75CE-A3A2-8301-C860365D2710}" dt="2020-08-18T23:32:57.763" v="61"/>
          <ac:picMkLst>
            <pc:docMk/>
            <pc:sldMk cId="3952382394" sldId="270"/>
            <ac:picMk id="3" creationId="{DB33D4F1-107F-4EEA-A941-0205A46E9D14}"/>
          </ac:picMkLst>
        </pc:picChg>
        <pc:picChg chg="add del mod">
          <ac:chgData name="Leonardo dos Santos Lima" userId="S::lslima@cefetmg.br::3f210c37-20bb-47f8-a5a4-b41b653ca97d" providerId="AD" clId="Web-{18E7E7B8-75CE-A3A2-8301-C860365D2710}" dt="2020-08-18T23:32:57.763" v="60"/>
          <ac:picMkLst>
            <pc:docMk/>
            <pc:sldMk cId="3952382394" sldId="270"/>
            <ac:picMk id="4" creationId="{41833228-1762-47C7-B198-055BB14C30B2}"/>
          </ac:picMkLst>
        </pc:picChg>
        <pc:picChg chg="add mod">
          <ac:chgData name="Leonardo dos Santos Lima" userId="S::lslima@cefetmg.br::3f210c37-20bb-47f8-a5a4-b41b653ca97d" providerId="AD" clId="Web-{18E7E7B8-75CE-A3A2-8301-C860365D2710}" dt="2020-08-18T23:33:21.780" v="65" actId="1076"/>
          <ac:picMkLst>
            <pc:docMk/>
            <pc:sldMk cId="3952382394" sldId="270"/>
            <ac:picMk id="6" creationId="{894612E5-6EA7-4952-BA2A-5838C1FD797C}"/>
          </ac:picMkLst>
        </pc:picChg>
        <pc:picChg chg="add mod">
          <ac:chgData name="Leonardo dos Santos Lima" userId="S::lslima@cefetmg.br::3f210c37-20bb-47f8-a5a4-b41b653ca97d" providerId="AD" clId="Web-{18E7E7B8-75CE-A3A2-8301-C860365D2710}" dt="2020-08-18T23:35:36.956" v="69" actId="1076"/>
          <ac:picMkLst>
            <pc:docMk/>
            <pc:sldMk cId="3952382394" sldId="270"/>
            <ac:picMk id="7" creationId="{C535293C-962D-497A-8FED-825A1A3D3FF7}"/>
          </ac:picMkLst>
        </pc:picChg>
      </pc:sldChg>
      <pc:sldChg chg="addSp delSp modSp new">
        <pc:chgData name="Leonardo dos Santos Lima" userId="S::lslima@cefetmg.br::3f210c37-20bb-47f8-a5a4-b41b653ca97d" providerId="AD" clId="Web-{18E7E7B8-75CE-A3A2-8301-C860365D2710}" dt="2020-08-18T23:31:53.199" v="54" actId="14100"/>
        <pc:sldMkLst>
          <pc:docMk/>
          <pc:sldMk cId="2495306469" sldId="271"/>
        </pc:sldMkLst>
        <pc:spChg chg="mod">
          <ac:chgData name="Leonardo dos Santos Lima" userId="S::lslima@cefetmg.br::3f210c37-20bb-47f8-a5a4-b41b653ca97d" providerId="AD" clId="Web-{18E7E7B8-75CE-A3A2-8301-C860365D2710}" dt="2020-08-18T23:31:22.557" v="45" actId="20577"/>
          <ac:spMkLst>
            <pc:docMk/>
            <pc:sldMk cId="2495306469" sldId="271"/>
            <ac:spMk id="2" creationId="{5286BF53-5B4E-49F6-BA1A-06C1C99C09D2}"/>
          </ac:spMkLst>
        </pc:spChg>
        <pc:spChg chg="del">
          <ac:chgData name="Leonardo dos Santos Lima" userId="S::lslima@cefetmg.br::3f210c37-20bb-47f8-a5a4-b41b653ca97d" providerId="AD" clId="Web-{18E7E7B8-75CE-A3A2-8301-C860365D2710}" dt="2020-08-18T23:31:35.604" v="49"/>
          <ac:spMkLst>
            <pc:docMk/>
            <pc:sldMk cId="2495306469" sldId="271"/>
            <ac:spMk id="3" creationId="{7244C7C7-E30C-4B8D-862F-B6D8807DC910}"/>
          </ac:spMkLst>
        </pc:spChg>
        <pc:picChg chg="add mod">
          <ac:chgData name="Leonardo dos Santos Lima" userId="S::lslima@cefetmg.br::3f210c37-20bb-47f8-a5a4-b41b653ca97d" providerId="AD" clId="Web-{18E7E7B8-75CE-A3A2-8301-C860365D2710}" dt="2020-08-18T23:31:53.199" v="54" actId="14100"/>
          <ac:picMkLst>
            <pc:docMk/>
            <pc:sldMk cId="2495306469" sldId="271"/>
            <ac:picMk id="4" creationId="{9604D7A9-6800-4D0E-B00D-5F3629BDE8AB}"/>
          </ac:picMkLst>
        </pc:picChg>
      </pc:sldChg>
    </pc:docChg>
  </pc:docChgLst>
  <pc:docChgLst>
    <pc:chgData name="Leonardo dos Santos Lima" userId="S::lslima@cefetmg.br::3f210c37-20bb-47f8-a5a4-b41b653ca97d" providerId="AD" clId="Web-{EC4BBC60-121B-1C29-8DC6-939A877D9224}"/>
    <pc:docChg chg="addSld modSld">
      <pc:chgData name="Leonardo dos Santos Lima" userId="S::lslima@cefetmg.br::3f210c37-20bb-47f8-a5a4-b41b653ca97d" providerId="AD" clId="Web-{EC4BBC60-121B-1C29-8DC6-939A877D9224}" dt="2020-08-18T22:47:07.880" v="11" actId="14100"/>
      <pc:docMkLst>
        <pc:docMk/>
      </pc:docMkLst>
      <pc:sldChg chg="modSp">
        <pc:chgData name="Leonardo dos Santos Lima" userId="S::lslima@cefetmg.br::3f210c37-20bb-47f8-a5a4-b41b653ca97d" providerId="AD" clId="Web-{EC4BBC60-121B-1C29-8DC6-939A877D9224}" dt="2020-08-18T22:44:54.032" v="1" actId="14100"/>
        <pc:sldMkLst>
          <pc:docMk/>
          <pc:sldMk cId="3636790499" sldId="266"/>
        </pc:sldMkLst>
        <pc:picChg chg="mod">
          <ac:chgData name="Leonardo dos Santos Lima" userId="S::lslima@cefetmg.br::3f210c37-20bb-47f8-a5a4-b41b653ca97d" providerId="AD" clId="Web-{EC4BBC60-121B-1C29-8DC6-939A877D9224}" dt="2020-08-18T22:44:54.032" v="1" actId="14100"/>
          <ac:picMkLst>
            <pc:docMk/>
            <pc:sldMk cId="3636790499" sldId="266"/>
            <ac:picMk id="2" creationId="{3C271BC2-C955-4814-A09E-7B2C41EBDD22}"/>
          </ac:picMkLst>
        </pc:picChg>
      </pc:sldChg>
      <pc:sldChg chg="addSp delSp modSp">
        <pc:chgData name="Leonardo dos Santos Lima" userId="S::lslima@cefetmg.br::3f210c37-20bb-47f8-a5a4-b41b653ca97d" providerId="AD" clId="Web-{EC4BBC60-121B-1C29-8DC6-939A877D9224}" dt="2020-08-18T22:45:33.752" v="5" actId="1076"/>
        <pc:sldMkLst>
          <pc:docMk/>
          <pc:sldMk cId="9167344" sldId="267"/>
        </pc:sldMkLst>
        <pc:spChg chg="del">
          <ac:chgData name="Leonardo dos Santos Lima" userId="S::lslima@cefetmg.br::3f210c37-20bb-47f8-a5a4-b41b653ca97d" providerId="AD" clId="Web-{EC4BBC60-121B-1C29-8DC6-939A877D9224}" dt="2020-08-18T22:45:00.689" v="2"/>
          <ac:spMkLst>
            <pc:docMk/>
            <pc:sldMk cId="9167344" sldId="267"/>
            <ac:spMk id="3" creationId="{01019109-6866-4947-B818-ED6011EEF11C}"/>
          </ac:spMkLst>
        </pc:spChg>
        <pc:picChg chg="add mod">
          <ac:chgData name="Leonardo dos Santos Lima" userId="S::lslima@cefetmg.br::3f210c37-20bb-47f8-a5a4-b41b653ca97d" providerId="AD" clId="Web-{EC4BBC60-121B-1C29-8DC6-939A877D9224}" dt="2020-08-18T22:45:33.752" v="5" actId="1076"/>
          <ac:picMkLst>
            <pc:docMk/>
            <pc:sldMk cId="9167344" sldId="267"/>
            <ac:picMk id="4" creationId="{9738FEE6-13E6-481F-8B69-DBADD0A23951}"/>
          </ac:picMkLst>
        </pc:picChg>
      </pc:sldChg>
      <pc:sldChg chg="addSp delSp modSp new">
        <pc:chgData name="Leonardo dos Santos Lima" userId="S::lslima@cefetmg.br::3f210c37-20bb-47f8-a5a4-b41b653ca97d" providerId="AD" clId="Web-{EC4BBC60-121B-1C29-8DC6-939A877D9224}" dt="2020-08-18T22:47:07.880" v="11" actId="14100"/>
        <pc:sldMkLst>
          <pc:docMk/>
          <pc:sldMk cId="3788978184" sldId="268"/>
        </pc:sldMkLst>
        <pc:picChg chg="add del mod">
          <ac:chgData name="Leonardo dos Santos Lima" userId="S::lslima@cefetmg.br::3f210c37-20bb-47f8-a5a4-b41b653ca97d" providerId="AD" clId="Web-{EC4BBC60-121B-1C29-8DC6-939A877D9224}" dt="2020-08-18T22:46:21.863" v="8"/>
          <ac:picMkLst>
            <pc:docMk/>
            <pc:sldMk cId="3788978184" sldId="268"/>
            <ac:picMk id="2" creationId="{0CB57290-B809-4C75-B6E6-17671A6D7787}"/>
          </ac:picMkLst>
        </pc:picChg>
        <pc:picChg chg="add mod">
          <ac:chgData name="Leonardo dos Santos Lima" userId="S::lslima@cefetmg.br::3f210c37-20bb-47f8-a5a4-b41b653ca97d" providerId="AD" clId="Web-{EC4BBC60-121B-1C29-8DC6-939A877D9224}" dt="2020-08-18T22:47:07.880" v="11" actId="14100"/>
          <ac:picMkLst>
            <pc:docMk/>
            <pc:sldMk cId="3788978184" sldId="268"/>
            <ac:picMk id="3" creationId="{18A7EFBF-5D70-48CD-B314-B0DB7507AB58}"/>
          </ac:picMkLst>
        </pc:picChg>
      </pc:sldChg>
    </pc:docChg>
  </pc:docChgLst>
  <pc:docChgLst>
    <pc:chgData clId="Web-{65A46323-DE04-4500-BB35-7E2940526D09}"/>
    <pc:docChg chg="modSld">
      <pc:chgData name="" userId="" providerId="" clId="Web-{65A46323-DE04-4500-BB35-7E2940526D09}" dt="2020-08-18T21:03:04.015" v="5" actId="20577"/>
      <pc:docMkLst>
        <pc:docMk/>
      </pc:docMkLst>
      <pc:sldChg chg="modSp">
        <pc:chgData name="" userId="" providerId="" clId="Web-{65A46323-DE04-4500-BB35-7E2940526D09}" dt="2020-08-18T21:03:04.015" v="4" actId="20577"/>
        <pc:sldMkLst>
          <pc:docMk/>
          <pc:sldMk cId="2210866551" sldId="256"/>
        </pc:sldMkLst>
        <pc:spChg chg="mod">
          <ac:chgData name="" userId="" providerId="" clId="Web-{65A46323-DE04-4500-BB35-7E2940526D09}" dt="2020-08-18T21:03:04.015" v="4" actId="20577"/>
          <ac:spMkLst>
            <pc:docMk/>
            <pc:sldMk cId="2210866551" sldId="256"/>
            <ac:spMk id="2" creationId="{00000000-0000-0000-0000-000000000000}"/>
          </ac:spMkLst>
        </pc:spChg>
      </pc:sldChg>
    </pc:docChg>
  </pc:docChgLst>
  <pc:docChgLst>
    <pc:chgData name="Leonardo dos Santos Lima" userId="S::lslima@cefetmg.br::3f210c37-20bb-47f8-a5a4-b41b653ca97d" providerId="AD" clId="Web-{65A46323-DE04-4500-BB35-7E2940526D09}"/>
    <pc:docChg chg="addSld modSld">
      <pc:chgData name="Leonardo dos Santos Lima" userId="S::lslima@cefetmg.br::3f210c37-20bb-47f8-a5a4-b41b653ca97d" providerId="AD" clId="Web-{65A46323-DE04-4500-BB35-7E2940526D09}" dt="2020-08-18T21:04:29.017" v="60"/>
      <pc:docMkLst>
        <pc:docMk/>
      </pc:docMkLst>
      <pc:sldChg chg="modSp">
        <pc:chgData name="Leonardo dos Santos Lima" userId="S::lslima@cefetmg.br::3f210c37-20bb-47f8-a5a4-b41b653ca97d" providerId="AD" clId="Web-{65A46323-DE04-4500-BB35-7E2940526D09}" dt="2020-08-18T21:03:52.485" v="30" actId="20577"/>
        <pc:sldMkLst>
          <pc:docMk/>
          <pc:sldMk cId="2210866551" sldId="256"/>
        </pc:sldMkLst>
        <pc:spChg chg="mod">
          <ac:chgData name="Leonardo dos Santos Lima" userId="S::lslima@cefetmg.br::3f210c37-20bb-47f8-a5a4-b41b653ca97d" providerId="AD" clId="Web-{65A46323-DE04-4500-BB35-7E2940526D09}" dt="2020-08-18T21:03:19.156" v="11" actId="20577"/>
          <ac:spMkLst>
            <pc:docMk/>
            <pc:sldMk cId="2210866551" sldId="256"/>
            <ac:spMk id="2" creationId="{00000000-0000-0000-0000-000000000000}"/>
          </ac:spMkLst>
        </pc:spChg>
        <pc:spChg chg="mod">
          <ac:chgData name="Leonardo dos Santos Lima" userId="S::lslima@cefetmg.br::3f210c37-20bb-47f8-a5a4-b41b653ca97d" providerId="AD" clId="Web-{65A46323-DE04-4500-BB35-7E2940526D09}" dt="2020-08-18T21:03:52.485" v="30" actId="20577"/>
          <ac:spMkLst>
            <pc:docMk/>
            <pc:sldMk cId="2210866551" sldId="256"/>
            <ac:spMk id="3" creationId="{00000000-0000-0000-0000-000000000000}"/>
          </ac:spMkLst>
        </pc:spChg>
      </pc:sldChg>
      <pc:sldChg chg="addSp delSp modSp new mod setBg">
        <pc:chgData name="Leonardo dos Santos Lima" userId="S::lslima@cefetmg.br::3f210c37-20bb-47f8-a5a4-b41b653ca97d" providerId="AD" clId="Web-{65A46323-DE04-4500-BB35-7E2940526D09}" dt="2020-08-18T21:04:29.017" v="60"/>
        <pc:sldMkLst>
          <pc:docMk/>
          <pc:sldMk cId="266486155" sldId="257"/>
        </pc:sldMkLst>
        <pc:spChg chg="mod">
          <ac:chgData name="Leonardo dos Santos Lima" userId="S::lslima@cefetmg.br::3f210c37-20bb-47f8-a5a4-b41b653ca97d" providerId="AD" clId="Web-{65A46323-DE04-4500-BB35-7E2940526D09}" dt="2020-08-18T21:04:29.017" v="60"/>
          <ac:spMkLst>
            <pc:docMk/>
            <pc:sldMk cId="266486155" sldId="257"/>
            <ac:spMk id="2" creationId="{1CF35F12-5255-4282-869F-0A970016FD08}"/>
          </ac:spMkLst>
        </pc:spChg>
        <pc:spChg chg="add del mod">
          <ac:chgData name="Leonardo dos Santos Lima" userId="S::lslima@cefetmg.br::3f210c37-20bb-47f8-a5a4-b41b653ca97d" providerId="AD" clId="Web-{65A46323-DE04-4500-BB35-7E2940526D09}" dt="2020-08-18T21:04:29.017" v="60"/>
          <ac:spMkLst>
            <pc:docMk/>
            <pc:sldMk cId="266486155" sldId="257"/>
            <ac:spMk id="3" creationId="{4EEE56AA-29C7-4817-991B-74ABF8BAB07F}"/>
          </ac:spMkLst>
        </pc:spChg>
        <pc:spChg chg="add del">
          <ac:chgData name="Leonardo dos Santos Lima" userId="S::lslima@cefetmg.br::3f210c37-20bb-47f8-a5a4-b41b653ca97d" providerId="AD" clId="Web-{65A46323-DE04-4500-BB35-7E2940526D09}" dt="2020-08-18T21:04:29.001" v="59"/>
          <ac:spMkLst>
            <pc:docMk/>
            <pc:sldMk cId="266486155" sldId="257"/>
            <ac:spMk id="5" creationId="{827B839B-9ADE-406B-8590-F1CAEDED45A1}"/>
          </ac:spMkLst>
        </pc:spChg>
        <pc:spChg chg="add del">
          <ac:chgData name="Leonardo dos Santos Lima" userId="S::lslima@cefetmg.br::3f210c37-20bb-47f8-a5a4-b41b653ca97d" providerId="AD" clId="Web-{65A46323-DE04-4500-BB35-7E2940526D09}" dt="2020-08-18T21:04:29.001" v="59"/>
          <ac:spMkLst>
            <pc:docMk/>
            <pc:sldMk cId="266486155" sldId="257"/>
            <ac:spMk id="6" creationId="{CFE45BF0-46DB-408C-B5F7-7B11716805D4}"/>
          </ac:spMkLst>
        </pc:spChg>
        <pc:spChg chg="add">
          <ac:chgData name="Leonardo dos Santos Lima" userId="S::lslima@cefetmg.br::3f210c37-20bb-47f8-a5a4-b41b653ca97d" providerId="AD" clId="Web-{65A46323-DE04-4500-BB35-7E2940526D09}" dt="2020-08-18T21:04:29.017" v="60"/>
          <ac:spMkLst>
            <pc:docMk/>
            <pc:sldMk cId="266486155" sldId="257"/>
            <ac:spMk id="7" creationId="{23962611-DFD5-4092-AAFD-559E3DFCE2C9}"/>
          </ac:spMkLst>
        </pc:spChg>
        <pc:spChg chg="add del">
          <ac:chgData name="Leonardo dos Santos Lima" userId="S::lslima@cefetmg.br::3f210c37-20bb-47f8-a5a4-b41b653ca97d" providerId="AD" clId="Web-{65A46323-DE04-4500-BB35-7E2940526D09}" dt="2020-08-18T21:04:22.454" v="57"/>
          <ac:spMkLst>
            <pc:docMk/>
            <pc:sldMk cId="266486155" sldId="257"/>
            <ac:spMk id="8" creationId="{23962611-DFD5-4092-AAFD-559E3DFCE2C9}"/>
          </ac:spMkLst>
        </pc:spChg>
        <pc:spChg chg="add del">
          <ac:chgData name="Leonardo dos Santos Lima" userId="S::lslima@cefetmg.br::3f210c37-20bb-47f8-a5a4-b41b653ca97d" providerId="AD" clId="Web-{65A46323-DE04-4500-BB35-7E2940526D09}" dt="2020-08-18T21:04:29.001" v="59"/>
          <ac:spMkLst>
            <pc:docMk/>
            <pc:sldMk cId="266486155" sldId="257"/>
            <ac:spMk id="12" creationId="{2AEBC8F2-97B1-41B4-93F1-2D289E197FBA}"/>
          </ac:spMkLst>
        </pc:spChg>
        <pc:spChg chg="add del">
          <ac:chgData name="Leonardo dos Santos Lima" userId="S::lslima@cefetmg.br::3f210c37-20bb-47f8-a5a4-b41b653ca97d" providerId="AD" clId="Web-{65A46323-DE04-4500-BB35-7E2940526D09}" dt="2020-08-18T21:04:29.001" v="59"/>
          <ac:spMkLst>
            <pc:docMk/>
            <pc:sldMk cId="266486155" sldId="257"/>
            <ac:spMk id="14" creationId="{472E3A19-F5D5-48FC-BB9C-48C2F68F598B}"/>
          </ac:spMkLst>
        </pc:spChg>
        <pc:spChg chg="add del">
          <ac:chgData name="Leonardo dos Santos Lima" userId="S::lslima@cefetmg.br::3f210c37-20bb-47f8-a5a4-b41b653ca97d" providerId="AD" clId="Web-{65A46323-DE04-4500-BB35-7E2940526D09}" dt="2020-08-18T21:04:29.001" v="59"/>
          <ac:spMkLst>
            <pc:docMk/>
            <pc:sldMk cId="266486155" sldId="257"/>
            <ac:spMk id="16" creationId="{7A62E32F-BB65-43A8-8EB5-92346890E549}"/>
          </ac:spMkLst>
        </pc:spChg>
        <pc:spChg chg="add del">
          <ac:chgData name="Leonardo dos Santos Lima" userId="S::lslima@cefetmg.br::3f210c37-20bb-47f8-a5a4-b41b653ca97d" providerId="AD" clId="Web-{65A46323-DE04-4500-BB35-7E2940526D09}" dt="2020-08-18T21:04:29.001" v="59"/>
          <ac:spMkLst>
            <pc:docMk/>
            <pc:sldMk cId="266486155" sldId="257"/>
            <ac:spMk id="18" creationId="{14E91B64-9FCC-451E-AFB4-A827D6329367}"/>
          </ac:spMkLst>
        </pc:spChg>
        <pc:picChg chg="add">
          <ac:chgData name="Leonardo dos Santos Lima" userId="S::lslima@cefetmg.br::3f210c37-20bb-47f8-a5a4-b41b653ca97d" providerId="AD" clId="Web-{65A46323-DE04-4500-BB35-7E2940526D09}" dt="2020-08-18T21:04:29.017" v="60"/>
          <ac:picMkLst>
            <pc:docMk/>
            <pc:sldMk cId="266486155" sldId="257"/>
            <ac:picMk id="9" creationId="{2270F1FA-0425-408F-9861-80BF5AFB276D}"/>
          </ac:picMkLst>
        </pc:picChg>
        <pc:picChg chg="add del">
          <ac:chgData name="Leonardo dos Santos Lima" userId="S::lslima@cefetmg.br::3f210c37-20bb-47f8-a5a4-b41b653ca97d" providerId="AD" clId="Web-{65A46323-DE04-4500-BB35-7E2940526D09}" dt="2020-08-18T21:04:22.454" v="57"/>
          <ac:picMkLst>
            <pc:docMk/>
            <pc:sldMk cId="266486155" sldId="257"/>
            <ac:picMk id="10" creationId="{2270F1FA-0425-408F-9861-80BF5AFB276D}"/>
          </ac:picMkLst>
        </pc:picChg>
      </pc:sldChg>
    </pc:docChg>
  </pc:docChgLst>
  <pc:docChgLst>
    <pc:chgData name="Leonardo dos Santos Lima" userId="S::lslima@cefetmg.br::3f210c37-20bb-47f8-a5a4-b41b653ca97d" providerId="AD" clId="Web-{2798A7D6-D7D5-A30C-55E6-000FE9323834}"/>
    <pc:docChg chg="addSld modSld">
      <pc:chgData name="Leonardo dos Santos Lima" userId="S::lslima@cefetmg.br::3f210c37-20bb-47f8-a5a4-b41b653ca97d" providerId="AD" clId="Web-{2798A7D6-D7D5-A30C-55E6-000FE9323834}" dt="2020-08-19T15:00:53.030" v="53"/>
      <pc:docMkLst>
        <pc:docMk/>
      </pc:docMkLst>
      <pc:sldChg chg="delSp modSp new">
        <pc:chgData name="Leonardo dos Santos Lima" userId="S::lslima@cefetmg.br::3f210c37-20bb-47f8-a5a4-b41b653ca97d" providerId="AD" clId="Web-{2798A7D6-D7D5-A30C-55E6-000FE9323834}" dt="2020-08-19T14:58:27.062" v="52"/>
        <pc:sldMkLst>
          <pc:docMk/>
          <pc:sldMk cId="2293026832" sldId="272"/>
        </pc:sldMkLst>
        <pc:spChg chg="mod">
          <ac:chgData name="Leonardo dos Santos Lima" userId="S::lslima@cefetmg.br::3f210c37-20bb-47f8-a5a4-b41b653ca97d" providerId="AD" clId="Web-{2798A7D6-D7D5-A30C-55E6-000FE9323834}" dt="2020-08-19T14:18:48.694" v="43" actId="20577"/>
          <ac:spMkLst>
            <pc:docMk/>
            <pc:sldMk cId="2293026832" sldId="272"/>
            <ac:spMk id="2" creationId="{EF180F3F-A176-4649-816B-F7C1F6F899CE}"/>
          </ac:spMkLst>
        </pc:spChg>
        <pc:spChg chg="del mod">
          <ac:chgData name="Leonardo dos Santos Lima" userId="S::lslima@cefetmg.br::3f210c37-20bb-47f8-a5a4-b41b653ca97d" providerId="AD" clId="Web-{2798A7D6-D7D5-A30C-55E6-000FE9323834}" dt="2020-08-19T14:58:27.062" v="52"/>
          <ac:spMkLst>
            <pc:docMk/>
            <pc:sldMk cId="2293026832" sldId="272"/>
            <ac:spMk id="3" creationId="{6975D3C6-11C8-425A-BB88-9AABF5D2648A}"/>
          </ac:spMkLst>
        </pc:spChg>
      </pc:sldChg>
      <pc:sldChg chg="new">
        <pc:chgData name="Leonardo dos Santos Lima" userId="S::lslima@cefetmg.br::3f210c37-20bb-47f8-a5a4-b41b653ca97d" providerId="AD" clId="Web-{2798A7D6-D7D5-A30C-55E6-000FE9323834}" dt="2020-08-19T15:00:53.030" v="53"/>
        <pc:sldMkLst>
          <pc:docMk/>
          <pc:sldMk cId="2859028662" sldId="273"/>
        </pc:sldMkLst>
      </pc:sldChg>
    </pc:docChg>
  </pc:docChgLst>
  <pc:docChgLst>
    <pc:chgData name="Leonardo dos Santos Lima" userId="S::lslima@cefetmg.br::3f210c37-20bb-47f8-a5a4-b41b653ca97d" providerId="AD" clId="Web-{6ADD2F5C-3DF5-B6F3-D098-B1400232F9CB}"/>
    <pc:docChg chg="addSld delSld">
      <pc:chgData name="Leonardo dos Santos Lima" userId="S::lslima@cefetmg.br::3f210c37-20bb-47f8-a5a4-b41b653ca97d" providerId="AD" clId="Web-{6ADD2F5C-3DF5-B6F3-D098-B1400232F9CB}" dt="2020-08-18T22:50:31.686" v="2"/>
      <pc:docMkLst>
        <pc:docMk/>
      </pc:docMkLst>
      <pc:sldChg chg="new">
        <pc:chgData name="Leonardo dos Santos Lima" userId="S::lslima@cefetmg.br::3f210c37-20bb-47f8-a5a4-b41b653ca97d" providerId="AD" clId="Web-{6ADD2F5C-3DF5-B6F3-D098-B1400232F9CB}" dt="2020-08-18T22:50:31.686" v="2"/>
        <pc:sldMkLst>
          <pc:docMk/>
          <pc:sldMk cId="1782755556" sldId="269"/>
        </pc:sldMkLst>
      </pc:sldChg>
      <pc:sldChg chg="new del">
        <pc:chgData name="Leonardo dos Santos Lima" userId="S::lslima@cefetmg.br::3f210c37-20bb-47f8-a5a4-b41b653ca97d" providerId="AD" clId="Web-{6ADD2F5C-3DF5-B6F3-D098-B1400232F9CB}" dt="2020-08-18T22:50:20.420" v="1"/>
        <pc:sldMkLst>
          <pc:docMk/>
          <pc:sldMk cId="3265312600" sldId="269"/>
        </pc:sldMkLst>
      </pc:sldChg>
    </pc:docChg>
  </pc:docChgLst>
  <pc:docChgLst>
    <pc:chgData name="Leonardo dos Santos Lima" userId="S::lslima@cefetmg.br::3f210c37-20bb-47f8-a5a4-b41b653ca97d" providerId="AD" clId="Web-{6DC2E7E0-A924-489E-021D-09A2933C782F}"/>
    <pc:docChg chg="addSld modSld">
      <pc:chgData name="Leonardo dos Santos Lima" userId="S::lslima@cefetmg.br::3f210c37-20bb-47f8-a5a4-b41b653ca97d" providerId="AD" clId="Web-{6DC2E7E0-A924-489E-021D-09A2933C782F}" dt="2020-08-19T15:56:49.630" v="8" actId="14100"/>
      <pc:docMkLst>
        <pc:docMk/>
      </pc:docMkLst>
      <pc:sldChg chg="addSp delSp modSp new">
        <pc:chgData name="Leonardo dos Santos Lima" userId="S::lslima@cefetmg.br::3f210c37-20bb-47f8-a5a4-b41b653ca97d" providerId="AD" clId="Web-{6DC2E7E0-A924-489E-021D-09A2933C782F}" dt="2020-08-19T15:56:49.630" v="8" actId="14100"/>
        <pc:sldMkLst>
          <pc:docMk/>
          <pc:sldMk cId="2074217903" sldId="274"/>
        </pc:sldMkLst>
        <pc:picChg chg="add del mod">
          <ac:chgData name="Leonardo dos Santos Lima" userId="S::lslima@cefetmg.br::3f210c37-20bb-47f8-a5a4-b41b653ca97d" providerId="AD" clId="Web-{6DC2E7E0-A924-489E-021D-09A2933C782F}" dt="2020-08-19T15:55:17.995" v="2"/>
          <ac:picMkLst>
            <pc:docMk/>
            <pc:sldMk cId="2074217903" sldId="274"/>
            <ac:picMk id="2" creationId="{2059ED8D-E881-4983-A531-5A706099209E}"/>
          </ac:picMkLst>
        </pc:picChg>
        <pc:picChg chg="add mod">
          <ac:chgData name="Leonardo dos Santos Lima" userId="S::lslima@cefetmg.br::3f210c37-20bb-47f8-a5a4-b41b653ca97d" providerId="AD" clId="Web-{6DC2E7E0-A924-489E-021D-09A2933C782F}" dt="2020-08-19T15:56:49.630" v="8" actId="14100"/>
          <ac:picMkLst>
            <pc:docMk/>
            <pc:sldMk cId="2074217903" sldId="274"/>
            <ac:picMk id="3" creationId="{B6DEBB0E-2B04-49B1-B93E-355FAEFCBA3B}"/>
          </ac:picMkLst>
        </pc:picChg>
      </pc:sldChg>
    </pc:docChg>
  </pc:docChgLst>
  <pc:docChgLst>
    <pc:chgData name="Leonardo dos Santos Lima" userId="S::lslima@cefetmg.br::3f210c37-20bb-47f8-a5a4-b41b653ca97d" providerId="AD" clId="Web-{0D1C019A-C847-4FBE-6988-CAB63C4A96E3}"/>
    <pc:docChg chg="addSld delSld modSld">
      <pc:chgData name="Leonardo dos Santos Lima" userId="S::lslima@cefetmg.br::3f210c37-20bb-47f8-a5a4-b41b653ca97d" providerId="AD" clId="Web-{0D1C019A-C847-4FBE-6988-CAB63C4A96E3}" dt="2020-08-18T23:29:14.194" v="35"/>
      <pc:docMkLst>
        <pc:docMk/>
      </pc:docMkLst>
      <pc:sldChg chg="addSp modSp new">
        <pc:chgData name="Leonardo dos Santos Lima" userId="S::lslima@cefetmg.br::3f210c37-20bb-47f8-a5a4-b41b653ca97d" providerId="AD" clId="Web-{0D1C019A-C847-4FBE-6988-CAB63C4A96E3}" dt="2020-08-18T23:21:25.848" v="4" actId="14100"/>
        <pc:sldMkLst>
          <pc:docMk/>
          <pc:sldMk cId="1007527530" sldId="269"/>
        </pc:sldMkLst>
        <pc:picChg chg="add mod">
          <ac:chgData name="Leonardo dos Santos Lima" userId="S::lslima@cefetmg.br::3f210c37-20bb-47f8-a5a4-b41b653ca97d" providerId="AD" clId="Web-{0D1C019A-C847-4FBE-6988-CAB63C4A96E3}" dt="2020-08-18T23:21:25.848" v="4" actId="14100"/>
          <ac:picMkLst>
            <pc:docMk/>
            <pc:sldMk cId="1007527530" sldId="269"/>
            <ac:picMk id="2" creationId="{4B586C63-E322-476E-95D1-53DEEC463441}"/>
          </ac:picMkLst>
        </pc:picChg>
      </pc:sldChg>
      <pc:sldChg chg="del">
        <pc:chgData name="Leonardo dos Santos Lima" userId="S::lslima@cefetmg.br::3f210c37-20bb-47f8-a5a4-b41b653ca97d" providerId="AD" clId="Web-{0D1C019A-C847-4FBE-6988-CAB63C4A96E3}" dt="2020-08-18T23:20:06.739" v="0"/>
        <pc:sldMkLst>
          <pc:docMk/>
          <pc:sldMk cId="1782755556" sldId="269"/>
        </pc:sldMkLst>
      </pc:sldChg>
      <pc:sldChg chg="addSp delSp modSp new">
        <pc:chgData name="Leonardo dos Santos Lima" userId="S::lslima@cefetmg.br::3f210c37-20bb-47f8-a5a4-b41b653ca97d" providerId="AD" clId="Web-{0D1C019A-C847-4FBE-6988-CAB63C4A96E3}" dt="2020-08-18T23:29:14.194" v="35"/>
        <pc:sldMkLst>
          <pc:docMk/>
          <pc:sldMk cId="3952382394" sldId="270"/>
        </pc:sldMkLst>
        <pc:spChg chg="add del mod">
          <ac:chgData name="Leonardo dos Santos Lima" userId="S::lslima@cefetmg.br::3f210c37-20bb-47f8-a5a4-b41b653ca97d" providerId="AD" clId="Web-{0D1C019A-C847-4FBE-6988-CAB63C4A96E3}" dt="2020-08-18T23:27:36.725" v="19"/>
          <ac:spMkLst>
            <pc:docMk/>
            <pc:sldMk cId="3952382394" sldId="270"/>
            <ac:spMk id="13" creationId="{92AEEB97-0573-4088-BB3D-B772AF7B41C5}"/>
          </ac:spMkLst>
        </pc:spChg>
        <pc:graphicFrameChg chg="add del mod modGraphic">
          <ac:chgData name="Leonardo dos Santos Lima" userId="S::lslima@cefetmg.br::3f210c37-20bb-47f8-a5a4-b41b653ca97d" providerId="AD" clId="Web-{0D1C019A-C847-4FBE-6988-CAB63C4A96E3}" dt="2020-08-18T23:28:15.350" v="24"/>
          <ac:graphicFrameMkLst>
            <pc:docMk/>
            <pc:sldMk cId="3952382394" sldId="270"/>
            <ac:graphicFrameMk id="4" creationId="{942EEDBC-800A-4F05-AC30-339FAECD7B41}"/>
          </ac:graphicFrameMkLst>
        </pc:graphicFrameChg>
        <pc:picChg chg="add del mod">
          <ac:chgData name="Leonardo dos Santos Lima" userId="S::lslima@cefetmg.br::3f210c37-20bb-47f8-a5a4-b41b653ca97d" providerId="AD" clId="Web-{0D1C019A-C847-4FBE-6988-CAB63C4A96E3}" dt="2020-08-18T23:22:23.989" v="7"/>
          <ac:picMkLst>
            <pc:docMk/>
            <pc:sldMk cId="3952382394" sldId="270"/>
            <ac:picMk id="2" creationId="{583F9709-8F14-4EEB-8FFB-93DAF5DBDB5C}"/>
          </ac:picMkLst>
        </pc:picChg>
        <pc:picChg chg="add del mod">
          <ac:chgData name="Leonardo dos Santos Lima" userId="S::lslima@cefetmg.br::3f210c37-20bb-47f8-a5a4-b41b653ca97d" providerId="AD" clId="Web-{0D1C019A-C847-4FBE-6988-CAB63C4A96E3}" dt="2020-08-18T23:29:08.913" v="33"/>
          <ac:picMkLst>
            <pc:docMk/>
            <pc:sldMk cId="3952382394" sldId="270"/>
            <ac:picMk id="5" creationId="{C5BE39C8-AC98-44D2-B9BE-5547312D39E7}"/>
          </ac:picMkLst>
        </pc:picChg>
        <pc:picChg chg="add del mod">
          <ac:chgData name="Leonardo dos Santos Lima" userId="S::lslima@cefetmg.br::3f210c37-20bb-47f8-a5a4-b41b653ca97d" providerId="AD" clId="Web-{0D1C019A-C847-4FBE-6988-CAB63C4A96E3}" dt="2020-08-18T23:29:14.194" v="35"/>
          <ac:picMkLst>
            <pc:docMk/>
            <pc:sldMk cId="3952382394" sldId="270"/>
            <ac:picMk id="6" creationId="{54900068-9986-4746-9779-C72D1D675109}"/>
          </ac:picMkLst>
        </pc:picChg>
        <pc:picChg chg="add del mod">
          <ac:chgData name="Leonardo dos Santos Lima" userId="S::lslima@cefetmg.br::3f210c37-20bb-47f8-a5a4-b41b653ca97d" providerId="AD" clId="Web-{0D1C019A-C847-4FBE-6988-CAB63C4A96E3}" dt="2020-08-18T23:29:06.663" v="32"/>
          <ac:picMkLst>
            <pc:docMk/>
            <pc:sldMk cId="3952382394" sldId="270"/>
            <ac:picMk id="7" creationId="{9C176197-E302-4EBC-8C00-D65A3CD5CCC6}"/>
          </ac:picMkLst>
        </pc:picChg>
        <pc:picChg chg="add del mod">
          <ac:chgData name="Leonardo dos Santos Lima" userId="S::lslima@cefetmg.br::3f210c37-20bb-47f8-a5a4-b41b653ca97d" providerId="AD" clId="Web-{0D1C019A-C847-4FBE-6988-CAB63C4A96E3}" dt="2020-08-18T23:29:04.257" v="31"/>
          <ac:picMkLst>
            <pc:docMk/>
            <pc:sldMk cId="3952382394" sldId="270"/>
            <ac:picMk id="8" creationId="{22CE1E0E-3E86-4A14-BD61-ADD16057B608}"/>
          </ac:picMkLst>
        </pc:picChg>
        <pc:picChg chg="add del mod">
          <ac:chgData name="Leonardo dos Santos Lima" userId="S::lslima@cefetmg.br::3f210c37-20bb-47f8-a5a4-b41b653ca97d" providerId="AD" clId="Web-{0D1C019A-C847-4FBE-6988-CAB63C4A96E3}" dt="2020-08-18T23:28:59.100" v="29"/>
          <ac:picMkLst>
            <pc:docMk/>
            <pc:sldMk cId="3952382394" sldId="270"/>
            <ac:picMk id="9" creationId="{8E5445EF-30ED-485B-A891-BF6C3FF4A674}"/>
          </ac:picMkLst>
        </pc:picChg>
        <pc:picChg chg="add del mod">
          <ac:chgData name="Leonardo dos Santos Lima" userId="S::lslima@cefetmg.br::3f210c37-20bb-47f8-a5a4-b41b653ca97d" providerId="AD" clId="Web-{0D1C019A-C847-4FBE-6988-CAB63C4A96E3}" dt="2020-08-18T23:29:11.304" v="34"/>
          <ac:picMkLst>
            <pc:docMk/>
            <pc:sldMk cId="3952382394" sldId="270"/>
            <ac:picMk id="10" creationId="{B581D488-6865-4F28-A07F-0E96AD0F41D2}"/>
          </ac:picMkLst>
        </pc:picChg>
        <pc:picChg chg="add del mod">
          <ac:chgData name="Leonardo dos Santos Lima" userId="S::lslima@cefetmg.br::3f210c37-20bb-47f8-a5a4-b41b653ca97d" providerId="AD" clId="Web-{0D1C019A-C847-4FBE-6988-CAB63C4A96E3}" dt="2020-08-18T23:28:59.100" v="28"/>
          <ac:picMkLst>
            <pc:docMk/>
            <pc:sldMk cId="3952382394" sldId="270"/>
            <ac:picMk id="11" creationId="{5DB9CC53-AC32-4AE7-82B5-195ADA9221C7}"/>
          </ac:picMkLst>
        </pc:picChg>
        <pc:picChg chg="add del mod">
          <ac:chgData name="Leonardo dos Santos Lima" userId="S::lslima@cefetmg.br::3f210c37-20bb-47f8-a5a4-b41b653ca97d" providerId="AD" clId="Web-{0D1C019A-C847-4FBE-6988-CAB63C4A96E3}" dt="2020-08-18T23:29:01.835" v="30"/>
          <ac:picMkLst>
            <pc:docMk/>
            <pc:sldMk cId="3952382394" sldId="270"/>
            <ac:picMk id="12" creationId="{0AF9A2D4-0E20-47D5-8704-64ECDA7AF7F0}"/>
          </ac:picMkLst>
        </pc:picChg>
      </pc:sldChg>
    </pc:docChg>
  </pc:docChgLst>
  <pc:docChgLst>
    <pc:chgData name="Leonardo dos Santos Lima" userId="S::lslima@cefetmg.br::3f210c37-20bb-47f8-a5a4-b41b653ca97d" providerId="AD" clId="Web-{B8E2E764-E8BF-FA15-E31D-C3BE6730B87C}"/>
    <pc:docChg chg="modSld">
      <pc:chgData name="Leonardo dos Santos Lima" userId="S::lslima@cefetmg.br::3f210c37-20bb-47f8-a5a4-b41b653ca97d" providerId="AD" clId="Web-{B8E2E764-E8BF-FA15-E31D-C3BE6730B87C}" dt="2020-08-19T15:18:20.069" v="5"/>
      <pc:docMkLst>
        <pc:docMk/>
      </pc:docMkLst>
      <pc:sldChg chg="addSp delSp modSp">
        <pc:chgData name="Leonardo dos Santos Lima" userId="S::lslima@cefetmg.br::3f210c37-20bb-47f8-a5a4-b41b653ca97d" providerId="AD" clId="Web-{B8E2E764-E8BF-FA15-E31D-C3BE6730B87C}" dt="2020-08-19T15:18:20.069" v="5"/>
        <pc:sldMkLst>
          <pc:docMk/>
          <pc:sldMk cId="2859028662" sldId="273"/>
        </pc:sldMkLst>
        <pc:picChg chg="add del mod">
          <ac:chgData name="Leonardo dos Santos Lima" userId="S::lslima@cefetmg.br::3f210c37-20bb-47f8-a5a4-b41b653ca97d" providerId="AD" clId="Web-{B8E2E764-E8BF-FA15-E31D-C3BE6730B87C}" dt="2020-08-19T15:18:20.069" v="5"/>
          <ac:picMkLst>
            <pc:docMk/>
            <pc:sldMk cId="2859028662" sldId="273"/>
            <ac:picMk id="2" creationId="{704C3ABC-A3D0-44DC-843B-1B5AE658BA1F}"/>
          </ac:picMkLst>
        </pc:picChg>
      </pc:sldChg>
    </pc:docChg>
  </pc:docChgLst>
  <pc:docChgLst>
    <pc:chgData name="Leonardo dos Santos Lima" userId="S::lslima@cefetmg.br::3f210c37-20bb-47f8-a5a4-b41b653ca97d" providerId="AD" clId="Web-{12C00715-307C-8C99-7DBA-B824CE628358}"/>
    <pc:docChg chg="addSld delSld modSld">
      <pc:chgData name="Leonardo dos Santos Lima" userId="S::lslima@cefetmg.br::3f210c37-20bb-47f8-a5a4-b41b653ca97d" providerId="AD" clId="Web-{12C00715-307C-8C99-7DBA-B824CE628358}" dt="2020-08-18T22:24:40.951" v="278" actId="20577"/>
      <pc:docMkLst>
        <pc:docMk/>
      </pc:docMkLst>
      <pc:sldChg chg="modSp new">
        <pc:chgData name="Leonardo dos Santos Lima" userId="S::lslima@cefetmg.br::3f210c37-20bb-47f8-a5a4-b41b653ca97d" providerId="AD" clId="Web-{12C00715-307C-8C99-7DBA-B824CE628358}" dt="2020-08-18T22:01:37.394" v="27" actId="20577"/>
        <pc:sldMkLst>
          <pc:docMk/>
          <pc:sldMk cId="77647030" sldId="258"/>
        </pc:sldMkLst>
        <pc:spChg chg="mod">
          <ac:chgData name="Leonardo dos Santos Lima" userId="S::lslima@cefetmg.br::3f210c37-20bb-47f8-a5a4-b41b653ca97d" providerId="AD" clId="Web-{12C00715-307C-8C99-7DBA-B824CE628358}" dt="2020-08-18T22:01:37.394" v="27" actId="20577"/>
          <ac:spMkLst>
            <pc:docMk/>
            <pc:sldMk cId="77647030" sldId="258"/>
            <ac:spMk id="2" creationId="{2A926A93-B13F-4125-A750-62BE4DA12365}"/>
          </ac:spMkLst>
        </pc:spChg>
        <pc:spChg chg="mod">
          <ac:chgData name="Leonardo dos Santos Lima" userId="S::lslima@cefetmg.br::3f210c37-20bb-47f8-a5a4-b41b653ca97d" providerId="AD" clId="Web-{12C00715-307C-8C99-7DBA-B824CE628358}" dt="2020-08-18T22:01:10.924" v="1" actId="20577"/>
          <ac:spMkLst>
            <pc:docMk/>
            <pc:sldMk cId="77647030" sldId="258"/>
            <ac:spMk id="3" creationId="{964E9A67-B0CA-4DA4-B2B1-9A24A780D43F}"/>
          </ac:spMkLst>
        </pc:spChg>
      </pc:sldChg>
      <pc:sldChg chg="addSp delSp modSp new">
        <pc:chgData name="Leonardo dos Santos Lima" userId="S::lslima@cefetmg.br::3f210c37-20bb-47f8-a5a4-b41b653ca97d" providerId="AD" clId="Web-{12C00715-307C-8C99-7DBA-B824CE628358}" dt="2020-08-18T22:09:04.506" v="103" actId="1076"/>
        <pc:sldMkLst>
          <pc:docMk/>
          <pc:sldMk cId="1209170605" sldId="259"/>
        </pc:sldMkLst>
        <pc:picChg chg="add del mod">
          <ac:chgData name="Leonardo dos Santos Lima" userId="S::lslima@cefetmg.br::3f210c37-20bb-47f8-a5a4-b41b653ca97d" providerId="AD" clId="Web-{12C00715-307C-8C99-7DBA-B824CE628358}" dt="2020-08-18T22:03:27.102" v="32"/>
          <ac:picMkLst>
            <pc:docMk/>
            <pc:sldMk cId="1209170605" sldId="259"/>
            <ac:picMk id="2" creationId="{FEDD5C50-8EF8-45DA-9F11-88ADDDC9073C}"/>
          </ac:picMkLst>
        </pc:picChg>
        <pc:picChg chg="add mod">
          <ac:chgData name="Leonardo dos Santos Lima" userId="S::lslima@cefetmg.br::3f210c37-20bb-47f8-a5a4-b41b653ca97d" providerId="AD" clId="Web-{12C00715-307C-8C99-7DBA-B824CE628358}" dt="2020-08-18T22:09:04.506" v="103" actId="1076"/>
          <ac:picMkLst>
            <pc:docMk/>
            <pc:sldMk cId="1209170605" sldId="259"/>
            <ac:picMk id="3" creationId="{1855952C-EE06-45D9-B04C-0C2B40E97B3B}"/>
          </ac:picMkLst>
        </pc:picChg>
        <pc:picChg chg="add mod">
          <ac:chgData name="Leonardo dos Santos Lima" userId="S::lslima@cefetmg.br::3f210c37-20bb-47f8-a5a4-b41b653ca97d" providerId="AD" clId="Web-{12C00715-307C-8C99-7DBA-B824CE628358}" dt="2020-08-18T22:05:51.842" v="42" actId="14100"/>
          <ac:picMkLst>
            <pc:docMk/>
            <pc:sldMk cId="1209170605" sldId="259"/>
            <ac:picMk id="4" creationId="{4EC1C13C-6969-48C8-8C60-D4049ADC6847}"/>
          </ac:picMkLst>
        </pc:picChg>
      </pc:sldChg>
      <pc:sldChg chg="addSp delSp modSp new del">
        <pc:chgData name="Leonardo dos Santos Lima" userId="S::lslima@cefetmg.br::3f210c37-20bb-47f8-a5a4-b41b653ca97d" providerId="AD" clId="Web-{12C00715-307C-8C99-7DBA-B824CE628358}" dt="2020-08-18T22:07:53.034" v="101"/>
        <pc:sldMkLst>
          <pc:docMk/>
          <pc:sldMk cId="1706849155" sldId="260"/>
        </pc:sldMkLst>
        <pc:picChg chg="add del mod">
          <ac:chgData name="Leonardo dos Santos Lima" userId="S::lslima@cefetmg.br::3f210c37-20bb-47f8-a5a4-b41b653ca97d" providerId="AD" clId="Web-{12C00715-307C-8C99-7DBA-B824CE628358}" dt="2020-08-18T22:07:13.564" v="93"/>
          <ac:picMkLst>
            <pc:docMk/>
            <pc:sldMk cId="1706849155" sldId="260"/>
            <ac:picMk id="2" creationId="{5466189B-CAEB-4661-94C2-0CC6B7289D5C}"/>
          </ac:picMkLst>
        </pc:picChg>
      </pc:sldChg>
      <pc:sldChg chg="addSp delSp modSp new">
        <pc:chgData name="Leonardo dos Santos Lima" userId="S::lslima@cefetmg.br::3f210c37-20bb-47f8-a5a4-b41b653ca97d" providerId="AD" clId="Web-{12C00715-307C-8C99-7DBA-B824CE628358}" dt="2020-08-18T22:07:49.644" v="100" actId="1076"/>
        <pc:sldMkLst>
          <pc:docMk/>
          <pc:sldMk cId="1335493108" sldId="261"/>
        </pc:sldMkLst>
        <pc:spChg chg="mod">
          <ac:chgData name="Leonardo dos Santos Lima" userId="S::lslima@cefetmg.br::3f210c37-20bb-47f8-a5a4-b41b653ca97d" providerId="AD" clId="Web-{12C00715-307C-8C99-7DBA-B824CE628358}" dt="2020-08-18T22:07:05.407" v="90" actId="20577"/>
          <ac:spMkLst>
            <pc:docMk/>
            <pc:sldMk cId="1335493108" sldId="261"/>
            <ac:spMk id="2" creationId="{8BBF1A0E-C9D2-4626-83D6-67A52FDA36A1}"/>
          </ac:spMkLst>
        </pc:spChg>
        <pc:spChg chg="del">
          <ac:chgData name="Leonardo dos Santos Lima" userId="S::lslima@cefetmg.br::3f210c37-20bb-47f8-a5a4-b41b653ca97d" providerId="AD" clId="Web-{12C00715-307C-8C99-7DBA-B824CE628358}" dt="2020-08-18T22:07:21.283" v="94"/>
          <ac:spMkLst>
            <pc:docMk/>
            <pc:sldMk cId="1335493108" sldId="261"/>
            <ac:spMk id="3" creationId="{0D83C8C2-23AF-4F72-952B-AC8BE111457B}"/>
          </ac:spMkLst>
        </pc:spChg>
        <pc:spChg chg="add del mod">
          <ac:chgData name="Leonardo dos Santos Lima" userId="S::lslima@cefetmg.br::3f210c37-20bb-47f8-a5a4-b41b653ca97d" providerId="AD" clId="Web-{12C00715-307C-8C99-7DBA-B824CE628358}" dt="2020-08-18T22:07:34.502" v="96"/>
          <ac:spMkLst>
            <pc:docMk/>
            <pc:sldMk cId="1335493108" sldId="261"/>
            <ac:spMk id="6" creationId="{3E9728D5-4389-49FA-9DDB-104D357AB1D8}"/>
          </ac:spMkLst>
        </pc:spChg>
        <pc:graphicFrameChg chg="add del mod ord modGraphic">
          <ac:chgData name="Leonardo dos Santos Lima" userId="S::lslima@cefetmg.br::3f210c37-20bb-47f8-a5a4-b41b653ca97d" providerId="AD" clId="Web-{12C00715-307C-8C99-7DBA-B824CE628358}" dt="2020-08-18T22:07:26.346" v="95"/>
          <ac:graphicFrameMkLst>
            <pc:docMk/>
            <pc:sldMk cId="1335493108" sldId="261"/>
            <ac:graphicFrameMk id="4" creationId="{13F909C8-B686-4189-A10F-A1A79E00D9FD}"/>
          </ac:graphicFrameMkLst>
        </pc:graphicFrameChg>
        <pc:picChg chg="add mod">
          <ac:chgData name="Leonardo dos Santos Lima" userId="S::lslima@cefetmg.br::3f210c37-20bb-47f8-a5a4-b41b653ca97d" providerId="AD" clId="Web-{12C00715-307C-8C99-7DBA-B824CE628358}" dt="2020-08-18T22:07:49.644" v="100" actId="1076"/>
          <ac:picMkLst>
            <pc:docMk/>
            <pc:sldMk cId="1335493108" sldId="261"/>
            <ac:picMk id="7" creationId="{9D459A17-F7E5-4E6F-8BCE-21E5DCD5DAB1}"/>
          </ac:picMkLst>
        </pc:picChg>
      </pc:sldChg>
      <pc:sldChg chg="addSp delSp modSp new">
        <pc:chgData name="Leonardo dos Santos Lima" userId="S::lslima@cefetmg.br::3f210c37-20bb-47f8-a5a4-b41b653ca97d" providerId="AD" clId="Web-{12C00715-307C-8C99-7DBA-B824CE628358}" dt="2020-08-18T22:16:24.602" v="157"/>
        <pc:sldMkLst>
          <pc:docMk/>
          <pc:sldMk cId="2535815991" sldId="262"/>
        </pc:sldMkLst>
        <pc:spChg chg="mod">
          <ac:chgData name="Leonardo dos Santos Lima" userId="S::lslima@cefetmg.br::3f210c37-20bb-47f8-a5a4-b41b653ca97d" providerId="AD" clId="Web-{12C00715-307C-8C99-7DBA-B824CE628358}" dt="2020-08-18T22:12:20.639" v="115" actId="20577"/>
          <ac:spMkLst>
            <pc:docMk/>
            <pc:sldMk cId="2535815991" sldId="262"/>
            <ac:spMk id="2" creationId="{5D4257B0-F403-4AAB-AC6F-1090F26AC562}"/>
          </ac:spMkLst>
        </pc:spChg>
        <pc:spChg chg="del">
          <ac:chgData name="Leonardo dos Santos Lima" userId="S::lslima@cefetmg.br::3f210c37-20bb-47f8-a5a4-b41b653ca97d" providerId="AD" clId="Web-{12C00715-307C-8C99-7DBA-B824CE628358}" dt="2020-08-18T22:12:34.718" v="118"/>
          <ac:spMkLst>
            <pc:docMk/>
            <pc:sldMk cId="2535815991" sldId="262"/>
            <ac:spMk id="3" creationId="{10184240-615D-4F3F-AC6D-815865787149}"/>
          </ac:spMkLst>
        </pc:spChg>
        <pc:spChg chg="add mod">
          <ac:chgData name="Leonardo dos Santos Lima" userId="S::lslima@cefetmg.br::3f210c37-20bb-47f8-a5a4-b41b653ca97d" providerId="AD" clId="Web-{12C00715-307C-8C99-7DBA-B824CE628358}" dt="2020-08-18T22:15:55.695" v="150" actId="20577"/>
          <ac:spMkLst>
            <pc:docMk/>
            <pc:sldMk cId="2535815991" sldId="262"/>
            <ac:spMk id="5" creationId="{66752B5A-9903-4E36-A5D5-CCEDA8AA59AA}"/>
          </ac:spMkLst>
        </pc:spChg>
        <pc:spChg chg="add mod">
          <ac:chgData name="Leonardo dos Santos Lima" userId="S::lslima@cefetmg.br::3f210c37-20bb-47f8-a5a4-b41b653ca97d" providerId="AD" clId="Web-{12C00715-307C-8C99-7DBA-B824CE628358}" dt="2020-08-18T22:16:24.602" v="157"/>
          <ac:spMkLst>
            <pc:docMk/>
            <pc:sldMk cId="2535815991" sldId="262"/>
            <ac:spMk id="6" creationId="{6B0DD22C-FAB7-4285-AC87-47DD29ACC395}"/>
          </ac:spMkLst>
        </pc:spChg>
        <pc:picChg chg="add del mod">
          <ac:chgData name="Leonardo dos Santos Lima" userId="S::lslima@cefetmg.br::3f210c37-20bb-47f8-a5a4-b41b653ca97d" providerId="AD" clId="Web-{12C00715-307C-8C99-7DBA-B824CE628358}" dt="2020-08-18T22:15:50.007" v="149"/>
          <ac:picMkLst>
            <pc:docMk/>
            <pc:sldMk cId="2535815991" sldId="262"/>
            <ac:picMk id="4" creationId="{C7658ABB-DC9F-4FF8-A0CA-22FA6534DC5F}"/>
          </ac:picMkLst>
        </pc:picChg>
      </pc:sldChg>
      <pc:sldChg chg="addSp delSp modSp new">
        <pc:chgData name="Leonardo dos Santos Lima" userId="S::lslima@cefetmg.br::3f210c37-20bb-47f8-a5a4-b41b653ca97d" providerId="AD" clId="Web-{12C00715-307C-8C99-7DBA-B824CE628358}" dt="2020-08-18T22:19:25.219" v="168" actId="1076"/>
        <pc:sldMkLst>
          <pc:docMk/>
          <pc:sldMk cId="2989278758" sldId="263"/>
        </pc:sldMkLst>
        <pc:spChg chg="del">
          <ac:chgData name="Leonardo dos Santos Lima" userId="S::lslima@cefetmg.br::3f210c37-20bb-47f8-a5a4-b41b653ca97d" providerId="AD" clId="Web-{12C00715-307C-8C99-7DBA-B824CE628358}" dt="2020-08-18T22:17:55.403" v="158"/>
          <ac:spMkLst>
            <pc:docMk/>
            <pc:sldMk cId="2989278758" sldId="263"/>
            <ac:spMk id="2" creationId="{3C217DBA-86EF-452C-9A15-4A69E84BDE2E}"/>
          </ac:spMkLst>
        </pc:spChg>
        <pc:spChg chg="del">
          <ac:chgData name="Leonardo dos Santos Lima" userId="S::lslima@cefetmg.br::3f210c37-20bb-47f8-a5a4-b41b653ca97d" providerId="AD" clId="Web-{12C00715-307C-8C99-7DBA-B824CE628358}" dt="2020-08-18T22:17:58.794" v="159"/>
          <ac:spMkLst>
            <pc:docMk/>
            <pc:sldMk cId="2989278758" sldId="263"/>
            <ac:spMk id="3" creationId="{4D5F936C-80F3-41D5-A19D-D8453F440160}"/>
          </ac:spMkLst>
        </pc:spChg>
        <pc:picChg chg="add del mod">
          <ac:chgData name="Leonardo dos Santos Lima" userId="S::lslima@cefetmg.br::3f210c37-20bb-47f8-a5a4-b41b653ca97d" providerId="AD" clId="Web-{12C00715-307C-8C99-7DBA-B824CE628358}" dt="2020-08-18T22:19:08.359" v="164"/>
          <ac:picMkLst>
            <pc:docMk/>
            <pc:sldMk cId="2989278758" sldId="263"/>
            <ac:picMk id="4" creationId="{D0E1FAE9-DC24-4410-81EA-0CAE3741CC6A}"/>
          </ac:picMkLst>
        </pc:picChg>
        <pc:picChg chg="add mod">
          <ac:chgData name="Leonardo dos Santos Lima" userId="S::lslima@cefetmg.br::3f210c37-20bb-47f8-a5a4-b41b653ca97d" providerId="AD" clId="Web-{12C00715-307C-8C99-7DBA-B824CE628358}" dt="2020-08-18T22:19:25.219" v="168" actId="1076"/>
          <ac:picMkLst>
            <pc:docMk/>
            <pc:sldMk cId="2989278758" sldId="263"/>
            <ac:picMk id="5" creationId="{0F8C7DB1-20C2-40D5-9CB1-CE643ADC90BF}"/>
          </ac:picMkLst>
        </pc:picChg>
      </pc:sldChg>
      <pc:sldChg chg="addSp delSp modSp new">
        <pc:chgData name="Leonardo dos Santos Lima" userId="S::lslima@cefetmg.br::3f210c37-20bb-47f8-a5a4-b41b653ca97d" providerId="AD" clId="Web-{12C00715-307C-8C99-7DBA-B824CE628358}" dt="2020-08-18T22:21:10.333" v="189" actId="14100"/>
        <pc:sldMkLst>
          <pc:docMk/>
          <pc:sldMk cId="529515215" sldId="264"/>
        </pc:sldMkLst>
        <pc:spChg chg="mod">
          <ac:chgData name="Leonardo dos Santos Lima" userId="S::lslima@cefetmg.br::3f210c37-20bb-47f8-a5a4-b41b653ca97d" providerId="AD" clId="Web-{12C00715-307C-8C99-7DBA-B824CE628358}" dt="2020-08-18T22:19:56.673" v="183" actId="20577"/>
          <ac:spMkLst>
            <pc:docMk/>
            <pc:sldMk cId="529515215" sldId="264"/>
            <ac:spMk id="2" creationId="{0FB06D85-6123-4626-B93B-E52AC8B6A423}"/>
          </ac:spMkLst>
        </pc:spChg>
        <pc:spChg chg="del">
          <ac:chgData name="Leonardo dos Santos Lima" userId="S::lslima@cefetmg.br::3f210c37-20bb-47f8-a5a4-b41b653ca97d" providerId="AD" clId="Web-{12C00715-307C-8C99-7DBA-B824CE628358}" dt="2020-08-18T22:21:01.739" v="186"/>
          <ac:spMkLst>
            <pc:docMk/>
            <pc:sldMk cId="529515215" sldId="264"/>
            <ac:spMk id="3" creationId="{43AB30B9-C079-4EA3-9DF3-2BF18E3AC61B}"/>
          </ac:spMkLst>
        </pc:spChg>
        <pc:picChg chg="add mod">
          <ac:chgData name="Leonardo dos Santos Lima" userId="S::lslima@cefetmg.br::3f210c37-20bb-47f8-a5a4-b41b653ca97d" providerId="AD" clId="Web-{12C00715-307C-8C99-7DBA-B824CE628358}" dt="2020-08-18T22:21:10.333" v="189" actId="14100"/>
          <ac:picMkLst>
            <pc:docMk/>
            <pc:sldMk cId="529515215" sldId="264"/>
            <ac:picMk id="4" creationId="{132DE657-5712-4074-9D3E-F5318F1E950D}"/>
          </ac:picMkLst>
        </pc:picChg>
      </pc:sldChg>
      <pc:sldChg chg="addSp delSp modSp new">
        <pc:chgData name="Leonardo dos Santos Lima" userId="S::lslima@cefetmg.br::3f210c37-20bb-47f8-a5a4-b41b653ca97d" providerId="AD" clId="Web-{12C00715-307C-8C99-7DBA-B824CE628358}" dt="2020-08-18T22:22:59.525" v="218" actId="1076"/>
        <pc:sldMkLst>
          <pc:docMk/>
          <pc:sldMk cId="2661641232" sldId="265"/>
        </pc:sldMkLst>
        <pc:spChg chg="mod">
          <ac:chgData name="Leonardo dos Santos Lima" userId="S::lslima@cefetmg.br::3f210c37-20bb-47f8-a5a4-b41b653ca97d" providerId="AD" clId="Web-{12C00715-307C-8C99-7DBA-B824CE628358}" dt="2020-08-18T22:21:34.631" v="208" actId="20577"/>
          <ac:spMkLst>
            <pc:docMk/>
            <pc:sldMk cId="2661641232" sldId="265"/>
            <ac:spMk id="2" creationId="{1261E175-0431-468D-8BD3-8AD6F3856A01}"/>
          </ac:spMkLst>
        </pc:spChg>
        <pc:spChg chg="del">
          <ac:chgData name="Leonardo dos Santos Lima" userId="S::lslima@cefetmg.br::3f210c37-20bb-47f8-a5a4-b41b653ca97d" providerId="AD" clId="Web-{12C00715-307C-8C99-7DBA-B824CE628358}" dt="2020-08-18T22:22:20.851" v="212"/>
          <ac:spMkLst>
            <pc:docMk/>
            <pc:sldMk cId="2661641232" sldId="265"/>
            <ac:spMk id="3" creationId="{AA67050E-D9D4-48CB-8F1D-47C259127EFE}"/>
          </ac:spMkLst>
        </pc:spChg>
        <pc:picChg chg="add mod">
          <ac:chgData name="Leonardo dos Santos Lima" userId="S::lslima@cefetmg.br::3f210c37-20bb-47f8-a5a4-b41b653ca97d" providerId="AD" clId="Web-{12C00715-307C-8C99-7DBA-B824CE628358}" dt="2020-08-18T22:22:33.758" v="215" actId="1076"/>
          <ac:picMkLst>
            <pc:docMk/>
            <pc:sldMk cId="2661641232" sldId="265"/>
            <ac:picMk id="4" creationId="{AA6F7C0C-D32F-43FC-8188-05ABCE8D48E9}"/>
          </ac:picMkLst>
        </pc:picChg>
        <pc:picChg chg="add mod">
          <ac:chgData name="Leonardo dos Santos Lima" userId="S::lslima@cefetmg.br::3f210c37-20bb-47f8-a5a4-b41b653ca97d" providerId="AD" clId="Web-{12C00715-307C-8C99-7DBA-B824CE628358}" dt="2020-08-18T22:22:59.525" v="218" actId="1076"/>
          <ac:picMkLst>
            <pc:docMk/>
            <pc:sldMk cId="2661641232" sldId="265"/>
            <ac:picMk id="5" creationId="{E36255B2-7C95-41F0-8E0D-BA3A45647370}"/>
          </ac:picMkLst>
        </pc:picChg>
      </pc:sldChg>
      <pc:sldChg chg="addSp modSp new">
        <pc:chgData name="Leonardo dos Santos Lima" userId="S::lslima@cefetmg.br::3f210c37-20bb-47f8-a5a4-b41b653ca97d" providerId="AD" clId="Web-{12C00715-307C-8C99-7DBA-B824CE628358}" dt="2020-08-18T22:23:49.370" v="222" actId="14100"/>
        <pc:sldMkLst>
          <pc:docMk/>
          <pc:sldMk cId="3636790499" sldId="266"/>
        </pc:sldMkLst>
        <pc:picChg chg="add mod">
          <ac:chgData name="Leonardo dos Santos Lima" userId="S::lslima@cefetmg.br::3f210c37-20bb-47f8-a5a4-b41b653ca97d" providerId="AD" clId="Web-{12C00715-307C-8C99-7DBA-B824CE628358}" dt="2020-08-18T22:23:49.370" v="222" actId="14100"/>
          <ac:picMkLst>
            <pc:docMk/>
            <pc:sldMk cId="3636790499" sldId="266"/>
            <ac:picMk id="2" creationId="{3C271BC2-C955-4814-A09E-7B2C41EBDD22}"/>
          </ac:picMkLst>
        </pc:picChg>
      </pc:sldChg>
      <pc:sldChg chg="modSp new">
        <pc:chgData name="Leonardo dos Santos Lima" userId="S::lslima@cefetmg.br::3f210c37-20bb-47f8-a5a4-b41b653ca97d" providerId="AD" clId="Web-{12C00715-307C-8C99-7DBA-B824CE628358}" dt="2020-08-18T22:24:36.951" v="276" actId="20577"/>
        <pc:sldMkLst>
          <pc:docMk/>
          <pc:sldMk cId="9167344" sldId="267"/>
        </pc:sldMkLst>
        <pc:spChg chg="mod">
          <ac:chgData name="Leonardo dos Santos Lima" userId="S::lslima@cefetmg.br::3f210c37-20bb-47f8-a5a4-b41b653ca97d" providerId="AD" clId="Web-{12C00715-307C-8C99-7DBA-B824CE628358}" dt="2020-08-18T22:24:36.951" v="276" actId="20577"/>
          <ac:spMkLst>
            <pc:docMk/>
            <pc:sldMk cId="9167344" sldId="267"/>
            <ac:spMk id="2" creationId="{A2B75E24-842C-43A6-AB1C-EFC2E4312D9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19.08.2020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19.08.2020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19.08.2020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19.08.2020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19.08.2020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19.08.2020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19.08.2020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19.08.2020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19.08.2020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19.08.2020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19.08.2020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19.08.2020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t.wikipedia.org/wiki/N%C3%BAcleo_at%C3%B3mico" TargetMode="External"/><Relationship Id="rId3" Type="http://schemas.openxmlformats.org/officeDocument/2006/relationships/hyperlink" Target="https://pt.wikipedia.org/wiki/Part%C3%ADcula_elementar" TargetMode="External"/><Relationship Id="rId7" Type="http://schemas.openxmlformats.org/officeDocument/2006/relationships/hyperlink" Target="https://pt.wikipedia.org/wiki/N%C3%AAutron" TargetMode="External"/><Relationship Id="rId2" Type="http://schemas.openxmlformats.org/officeDocument/2006/relationships/hyperlink" Target="https://pt.wikipedia.org/wiki/F%C3%ADsica_de_part%C3%ADcula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t.wikipedia.org/wiki/Pr%C3%B3ton" TargetMode="External"/><Relationship Id="rId5" Type="http://schemas.openxmlformats.org/officeDocument/2006/relationships/hyperlink" Target="https://pt.wikipedia.org/wiki/H%C3%A1dron" TargetMode="External"/><Relationship Id="rId10" Type="http://schemas.openxmlformats.org/officeDocument/2006/relationships/hyperlink" Target="https://pt.wikipedia.org/wiki/Confinamento_(f%C3%ADsica)" TargetMode="External"/><Relationship Id="rId4" Type="http://schemas.openxmlformats.org/officeDocument/2006/relationships/hyperlink" Target="https://pt.wikipedia.org/wiki/L%C3%A9pton" TargetMode="External"/><Relationship Id="rId9" Type="http://schemas.openxmlformats.org/officeDocument/2006/relationships/hyperlink" Target="https://pt.wikipedia.org/wiki/Quark#cite_note-1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>
                <a:cs typeface="Calibri Light"/>
              </a:rPr>
              <a:t>Fisica</a:t>
            </a:r>
            <a:r>
              <a:rPr lang="de-DE">
                <a:cs typeface="Calibri Light"/>
              </a:rPr>
              <a:t>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>
                <a:cs typeface="Calibri"/>
              </a:rPr>
              <a:t>Aula 2: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CF35F12-5255-4282-869F-0A970016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Carga Elétrica</a:t>
            </a:r>
          </a:p>
        </p:txBody>
      </p:sp>
    </p:spTree>
    <p:extLst>
      <p:ext uri="{BB962C8B-B14F-4D97-AF65-F5344CB8AC3E}">
        <p14:creationId xmlns:p14="http://schemas.microsoft.com/office/powerpoint/2010/main" val="26648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26A93-B13F-4125-A750-62BE4DA12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Carga elétrica elementar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4E9A67-B0CA-4DA4-B2B1-9A24A780D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ea typeface="+mn-lt"/>
                <a:cs typeface="+mn-lt"/>
              </a:rPr>
              <a:t>A </a:t>
            </a:r>
            <a:r>
              <a:rPr lang="pt-BR" b="1">
                <a:ea typeface="+mn-lt"/>
                <a:cs typeface="+mn-lt"/>
              </a:rPr>
              <a:t>carga</a:t>
            </a:r>
            <a:r>
              <a:rPr lang="pt-BR">
                <a:ea typeface="+mn-lt"/>
                <a:cs typeface="+mn-lt"/>
              </a:rPr>
              <a:t> elétrica </a:t>
            </a:r>
            <a:r>
              <a:rPr lang="pt-BR" b="1">
                <a:ea typeface="+mn-lt"/>
                <a:cs typeface="+mn-lt"/>
              </a:rPr>
              <a:t>elementar</a:t>
            </a:r>
            <a:r>
              <a:rPr lang="pt-BR">
                <a:ea typeface="+mn-lt"/>
                <a:cs typeface="+mn-lt"/>
              </a:rPr>
              <a:t> é a menor quantidade de </a:t>
            </a:r>
            <a:r>
              <a:rPr lang="pt-BR" b="1">
                <a:ea typeface="+mn-lt"/>
                <a:cs typeface="+mn-lt"/>
              </a:rPr>
              <a:t>carga</a:t>
            </a:r>
            <a:r>
              <a:rPr lang="pt-BR">
                <a:ea typeface="+mn-lt"/>
                <a:cs typeface="+mn-lt"/>
              </a:rPr>
              <a:t> que pode ser encontrada na natureza. Seu </a:t>
            </a:r>
            <a:r>
              <a:rPr lang="pt-BR" b="1">
                <a:ea typeface="+mn-lt"/>
                <a:cs typeface="+mn-lt"/>
              </a:rPr>
              <a:t>valor</a:t>
            </a:r>
            <a:r>
              <a:rPr lang="pt-BR">
                <a:ea typeface="+mn-lt"/>
                <a:cs typeface="+mn-lt"/>
              </a:rPr>
              <a:t> é igual a 1,6 . 10</a:t>
            </a:r>
            <a:r>
              <a:rPr lang="pt-BR" baseline="30000">
                <a:ea typeface="+mn-lt"/>
                <a:cs typeface="+mn-lt"/>
              </a:rPr>
              <a:t>-19</a:t>
            </a:r>
            <a:r>
              <a:rPr lang="pt-BR">
                <a:ea typeface="+mn-lt"/>
                <a:cs typeface="+mn-lt"/>
              </a:rPr>
              <a:t> C e é atribuído à </a:t>
            </a:r>
            <a:r>
              <a:rPr lang="pt-BR" b="1">
                <a:ea typeface="+mn-lt"/>
                <a:cs typeface="+mn-lt"/>
              </a:rPr>
              <a:t>carga</a:t>
            </a:r>
            <a:r>
              <a:rPr lang="pt-BR">
                <a:ea typeface="+mn-lt"/>
                <a:cs typeface="+mn-lt"/>
              </a:rPr>
              <a:t> do elétron (com sinal negativo) e à do próton (com sinal positivo).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4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3" descr="Uma imagem contendo colar&#10;&#10;Descrição gerada automaticamente">
            <a:extLst>
              <a:ext uri="{FF2B5EF4-FFF2-40B4-BE49-F238E27FC236}">
                <a16:creationId xmlns:a16="http://schemas.microsoft.com/office/drawing/2014/main" id="{1855952C-EE06-45D9-B04C-0C2B40E97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56" y="799741"/>
            <a:ext cx="4984809" cy="4769688"/>
          </a:xfrm>
          <a:prstGeom prst="rect">
            <a:avLst/>
          </a:prstGeom>
        </p:spPr>
      </p:pic>
      <p:pic>
        <p:nvPicPr>
          <p:cNvPr id="4" name="Imagem 4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4EC1C13C-6969-48C8-8C60-D4049ADC6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721" y="1984294"/>
            <a:ext cx="4396596" cy="209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170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F1A0E-C9D2-4626-83D6-67A52FDA3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Carga elétrica é quantizada</a:t>
            </a:r>
            <a:endParaRPr lang="pt-BR"/>
          </a:p>
        </p:txBody>
      </p:sp>
      <p:pic>
        <p:nvPicPr>
          <p:cNvPr id="7" name="Imagem 7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9D459A17-F7E5-4E6F-8BCE-21E5DCD5D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080" y="2312397"/>
            <a:ext cx="8393501" cy="322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9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257B0-F403-4AAB-AC6F-1090F26AC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Quarks</a:t>
            </a:r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6752B5A-9903-4E36-A5D5-CCEDA8AA59AA}"/>
              </a:ext>
            </a:extLst>
          </p:cNvPr>
          <p:cNvSpPr txBox="1"/>
          <p:nvPr/>
        </p:nvSpPr>
        <p:spPr>
          <a:xfrm>
            <a:off x="1748287" y="151824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pt-BR"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B0DD22C-FAB7-4285-AC87-47DD29ACC395}"/>
              </a:ext>
            </a:extLst>
          </p:cNvPr>
          <p:cNvSpPr txBox="1"/>
          <p:nvPr/>
        </p:nvSpPr>
        <p:spPr>
          <a:xfrm>
            <a:off x="1820174" y="1460740"/>
            <a:ext cx="8637916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202122"/>
                </a:solidFill>
                <a:latin typeface="Arial"/>
                <a:cs typeface="Arial"/>
              </a:rPr>
              <a:t>O </a:t>
            </a:r>
            <a:r>
              <a:rPr lang="en-US" sz="2400" b="1">
                <a:solidFill>
                  <a:srgbClr val="202122"/>
                </a:solidFill>
                <a:latin typeface="Arial"/>
                <a:cs typeface="Arial"/>
              </a:rPr>
              <a:t>quark</a:t>
            </a:r>
            <a:r>
              <a:rPr lang="en-US" sz="2400">
                <a:solidFill>
                  <a:srgbClr val="202122"/>
                </a:solidFill>
                <a:latin typeface="Arial"/>
                <a:cs typeface="Arial"/>
              </a:rPr>
              <a:t>, na </a:t>
            </a:r>
            <a:r>
              <a:rPr lang="en-US" sz="2400">
                <a:solidFill>
                  <a:srgbClr val="0B0080"/>
                </a:solidFill>
                <a:latin typeface="Arial"/>
                <a:cs typeface="Arial"/>
                <a:hlinkClick r:id="rId2" tooltip="Física de partículas"/>
              </a:rPr>
              <a:t>física de partículas</a:t>
            </a:r>
            <a:r>
              <a:rPr lang="en-US" sz="2400">
                <a:solidFill>
                  <a:srgbClr val="202122"/>
                </a:solidFill>
                <a:latin typeface="Arial"/>
                <a:cs typeface="Arial"/>
              </a:rPr>
              <a:t>, é uma </a:t>
            </a:r>
            <a:r>
              <a:rPr lang="en-US" sz="2400">
                <a:solidFill>
                  <a:srgbClr val="0B0080"/>
                </a:solidFill>
                <a:latin typeface="Arial"/>
                <a:cs typeface="Arial"/>
                <a:hlinkClick r:id="rId3" tooltip="Partícula elementar"/>
              </a:rPr>
              <a:t>partícula elementar</a:t>
            </a:r>
            <a:r>
              <a:rPr lang="en-US" sz="2400">
                <a:solidFill>
                  <a:srgbClr val="202122"/>
                </a:solidFill>
                <a:latin typeface="Arial"/>
                <a:cs typeface="Arial"/>
              </a:rPr>
              <a:t> e um dos dois constituintes fundamentais da matéria (o outro é o </a:t>
            </a:r>
            <a:r>
              <a:rPr lang="en-US" sz="2400">
                <a:solidFill>
                  <a:srgbClr val="0B0080"/>
                </a:solidFill>
                <a:latin typeface="Arial"/>
                <a:cs typeface="Arial"/>
                <a:hlinkClick r:id="rId4" tooltip="Lépton"/>
              </a:rPr>
              <a:t>lépton</a:t>
            </a:r>
            <a:r>
              <a:rPr lang="en-US" sz="2400">
                <a:solidFill>
                  <a:srgbClr val="202122"/>
                </a:solidFill>
                <a:latin typeface="Arial"/>
                <a:cs typeface="Arial"/>
              </a:rPr>
              <a:t>). Quarks se combinam para formar partículas compostas chamadas </a:t>
            </a:r>
            <a:r>
              <a:rPr lang="en-US" sz="2400">
                <a:solidFill>
                  <a:srgbClr val="0B0080"/>
                </a:solidFill>
                <a:latin typeface="Arial"/>
                <a:cs typeface="Arial"/>
                <a:hlinkClick r:id="rId5" tooltip="Hádron"/>
              </a:rPr>
              <a:t>hádrons</a:t>
            </a:r>
            <a:r>
              <a:rPr lang="en-US" sz="2400">
                <a:solidFill>
                  <a:srgbClr val="202122"/>
                </a:solidFill>
                <a:latin typeface="Arial"/>
                <a:cs typeface="Arial"/>
              </a:rPr>
              <a:t> das quais as mais estáveis desse tipo são os </a:t>
            </a:r>
            <a:r>
              <a:rPr lang="en-US" sz="2400">
                <a:solidFill>
                  <a:srgbClr val="0B0080"/>
                </a:solidFill>
                <a:latin typeface="Arial"/>
                <a:cs typeface="Arial"/>
                <a:hlinkClick r:id="rId6" tooltip="Próton"/>
              </a:rPr>
              <a:t>prótons</a:t>
            </a:r>
            <a:r>
              <a:rPr lang="en-US" sz="2400">
                <a:solidFill>
                  <a:srgbClr val="202122"/>
                </a:solidFill>
                <a:latin typeface="Arial"/>
                <a:cs typeface="Arial"/>
              </a:rPr>
              <a:t> e os </a:t>
            </a:r>
            <a:r>
              <a:rPr lang="en-US" sz="2400">
                <a:solidFill>
                  <a:srgbClr val="0B0080"/>
                </a:solidFill>
                <a:latin typeface="Arial"/>
                <a:cs typeface="Arial"/>
                <a:hlinkClick r:id="rId7" tooltip="Nêutron"/>
              </a:rPr>
              <a:t>nêutrons</a:t>
            </a:r>
            <a:r>
              <a:rPr lang="en-US" sz="2400">
                <a:solidFill>
                  <a:srgbClr val="202122"/>
                </a:solidFill>
                <a:latin typeface="Arial"/>
                <a:cs typeface="Arial"/>
              </a:rPr>
              <a:t>, que são os principais componentes dos </a:t>
            </a:r>
            <a:r>
              <a:rPr lang="en-US" sz="2400">
                <a:solidFill>
                  <a:srgbClr val="0B0080"/>
                </a:solidFill>
                <a:latin typeface="Arial"/>
                <a:cs typeface="Arial"/>
                <a:hlinkClick r:id="rId8" tooltip="Núcleo atómico"/>
              </a:rPr>
              <a:t>núcleos atômicos</a:t>
            </a:r>
            <a:r>
              <a:rPr lang="en-US" sz="2400">
                <a:solidFill>
                  <a:srgbClr val="202122"/>
                </a:solidFill>
                <a:latin typeface="Arial"/>
                <a:cs typeface="Arial"/>
              </a:rPr>
              <a:t>.</a:t>
            </a:r>
            <a:r>
              <a:rPr lang="en-US" sz="2400" baseline="30000">
                <a:solidFill>
                  <a:srgbClr val="0B0080"/>
                </a:solidFill>
                <a:latin typeface="Arial"/>
                <a:cs typeface="Arial"/>
                <a:hlinkClick r:id="rId9"/>
              </a:rPr>
              <a:t>[1]</a:t>
            </a:r>
            <a:r>
              <a:rPr lang="en-US" sz="2400">
                <a:solidFill>
                  <a:srgbClr val="202122"/>
                </a:solidFill>
                <a:latin typeface="Arial"/>
                <a:cs typeface="Arial"/>
              </a:rPr>
              <a:t> Devido a um fenômeno conhecido como </a:t>
            </a:r>
            <a:r>
              <a:rPr lang="en-US" sz="2400">
                <a:solidFill>
                  <a:srgbClr val="0B0080"/>
                </a:solidFill>
                <a:latin typeface="Arial"/>
                <a:cs typeface="Arial"/>
                <a:hlinkClick r:id="rId10" tooltip="Confinamento (física)"/>
              </a:rPr>
              <a:t>confinamento de cor</a:t>
            </a:r>
            <a:r>
              <a:rPr lang="en-US" sz="2400">
                <a:solidFill>
                  <a:srgbClr val="202122"/>
                </a:solidFill>
                <a:latin typeface="Arial"/>
                <a:cs typeface="Arial"/>
              </a:rPr>
              <a:t>, os quarks nunca são diretamente observados ou encontrados de forma isolada; eles podem ser encontrados apenas nos hádrons, c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35815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5" descr="Uma imagem contendo texto, desenho, relógio&#10;&#10;Descrição gerada automaticamente">
            <a:extLst>
              <a:ext uri="{FF2B5EF4-FFF2-40B4-BE49-F238E27FC236}">
                <a16:creationId xmlns:a16="http://schemas.microsoft.com/office/drawing/2014/main" id="{0F8C7DB1-20C2-40D5-9CB1-CE643ADC9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156" y="1408768"/>
            <a:ext cx="9169878" cy="448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78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06D85-6123-4626-B93B-E52AC8B6A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Mésons</a:t>
            </a:r>
          </a:p>
        </p:txBody>
      </p:sp>
      <p:pic>
        <p:nvPicPr>
          <p:cNvPr id="4" name="Imagem 4" descr="Uma imagem contendo atletismo, relógio&#10;&#10;Descrição gerada automaticamente">
            <a:extLst>
              <a:ext uri="{FF2B5EF4-FFF2-40B4-BE49-F238E27FC236}">
                <a16:creationId xmlns:a16="http://schemas.microsoft.com/office/drawing/2014/main" id="{132DE657-5712-4074-9D3E-F5318F1E9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816" y="1221627"/>
            <a:ext cx="4788558" cy="477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15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1E175-0431-468D-8BD3-8AD6F3856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Condutores e Isolantes</a:t>
            </a:r>
            <a:endParaRPr lang="pt-BR"/>
          </a:p>
        </p:txBody>
      </p:sp>
      <p:pic>
        <p:nvPicPr>
          <p:cNvPr id="4" name="Imagem 4" descr="Uma imagem contendo pente&#10;&#10;Descrição gerada automaticamente">
            <a:extLst>
              <a:ext uri="{FF2B5EF4-FFF2-40B4-BE49-F238E27FC236}">
                <a16:creationId xmlns:a16="http://schemas.microsoft.com/office/drawing/2014/main" id="{AA6F7C0C-D32F-43FC-8188-05ABCE8D4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12" y="2533764"/>
            <a:ext cx="4123426" cy="2696245"/>
          </a:xfrm>
          <a:prstGeom prst="rect">
            <a:avLst/>
          </a:prstGeom>
        </p:spPr>
      </p:pic>
      <p:pic>
        <p:nvPicPr>
          <p:cNvPr id="5" name="Imagem 5" descr="Uma imagem contendo atletismo&#10;&#10;Descrição gerada automaticamente">
            <a:extLst>
              <a:ext uri="{FF2B5EF4-FFF2-40B4-BE49-F238E27FC236}">
                <a16:creationId xmlns:a16="http://schemas.microsoft.com/office/drawing/2014/main" id="{E36255B2-7C95-41F0-8E0D-BA3A45647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192" y="1898904"/>
            <a:ext cx="5259237" cy="295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41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2" descr="Uma imagem contendo faca&#10;&#10;Descrição gerada automaticamente">
            <a:extLst>
              <a:ext uri="{FF2B5EF4-FFF2-40B4-BE49-F238E27FC236}">
                <a16:creationId xmlns:a16="http://schemas.microsoft.com/office/drawing/2014/main" id="{3C271BC2-C955-4814-A09E-7B2C41EBD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224" y="673849"/>
            <a:ext cx="7824157" cy="507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790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75E24-842C-43A6-AB1C-EFC2E431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Força Elétrica : Lei de Coulomb</a:t>
            </a:r>
            <a:endParaRPr lang="pt-BR"/>
          </a:p>
        </p:txBody>
      </p:sp>
      <p:pic>
        <p:nvPicPr>
          <p:cNvPr id="4" name="Imagem 4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9738FEE6-13E6-481F-8B69-DBADD0A23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476" y="2904021"/>
            <a:ext cx="5331124" cy="204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3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18A7EFBF-5D70-48CD-B314-B0DB7507A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627" y="811864"/>
            <a:ext cx="8307237" cy="483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978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2" descr="Uma imagem contendo desenho, relógio&#10;&#10;Descrição gerada automaticamente">
            <a:extLst>
              <a:ext uri="{FF2B5EF4-FFF2-40B4-BE49-F238E27FC236}">
                <a16:creationId xmlns:a16="http://schemas.microsoft.com/office/drawing/2014/main" id="{4B586C63-E322-476E-95D1-53DEEC463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061" y="1019083"/>
            <a:ext cx="7717765" cy="434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27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6BF53-5B4E-49F6-BA1A-06C1C99C0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Princípio da superposição</a:t>
            </a:r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604D7A9-6800-4D0E-B00D-5F3629BDE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696" y="1639289"/>
            <a:ext cx="5350533" cy="46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306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6" descr="Uma imagem contendo objeto&#10;&#10;Descrição gerada automaticamente">
            <a:extLst>
              <a:ext uri="{FF2B5EF4-FFF2-40B4-BE49-F238E27FC236}">
                <a16:creationId xmlns:a16="http://schemas.microsoft.com/office/drawing/2014/main" id="{894612E5-6EA7-4952-BA2A-5838C1FD7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595" y="1465592"/>
            <a:ext cx="8190241" cy="1281382"/>
          </a:xfrm>
          <a:prstGeom prst="rect">
            <a:avLst/>
          </a:prstGeom>
        </p:spPr>
      </p:pic>
      <p:pic>
        <p:nvPicPr>
          <p:cNvPr id="7" name="Imagem 7" descr="Uma imagem contendo objeto&#10;&#10;Descrição gerada automaticamente">
            <a:extLst>
              <a:ext uri="{FF2B5EF4-FFF2-40B4-BE49-F238E27FC236}">
                <a16:creationId xmlns:a16="http://schemas.microsoft.com/office/drawing/2014/main" id="{C535293C-962D-497A-8FED-825A1A3D3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852234"/>
            <a:ext cx="3381554" cy="151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82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80F3F-A176-4649-816B-F7C1F6F8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Exemplo: Probl. 8 Cap. 21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026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2">
            <a:extLst>
              <a:ext uri="{FF2B5EF4-FFF2-40B4-BE49-F238E27FC236}">
                <a16:creationId xmlns:a16="http://schemas.microsoft.com/office/drawing/2014/main" id="{2F032DEB-3FDC-45E0-B324-43DDA6F37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816" y="286829"/>
            <a:ext cx="8551651" cy="6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028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3">
            <a:extLst>
              <a:ext uri="{FF2B5EF4-FFF2-40B4-BE49-F238E27FC236}">
                <a16:creationId xmlns:a16="http://schemas.microsoft.com/office/drawing/2014/main" id="{B6DEBB0E-2B04-49B1-B93E-355FAEFCB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287" y="315584"/>
            <a:ext cx="7847160" cy="58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179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Tema do Office</vt:lpstr>
      <vt:lpstr>Fisica 2</vt:lpstr>
      <vt:lpstr>Carga Elétrica</vt:lpstr>
      <vt:lpstr>Carga elétrica elementar</vt:lpstr>
      <vt:lpstr>PowerPoint Presentation</vt:lpstr>
      <vt:lpstr>Carga elétrica é quantizada</vt:lpstr>
      <vt:lpstr>Quarks</vt:lpstr>
      <vt:lpstr>PowerPoint Presentation</vt:lpstr>
      <vt:lpstr>Mésons</vt:lpstr>
      <vt:lpstr>Condutores e Isolantes</vt:lpstr>
      <vt:lpstr>PowerPoint Presentation</vt:lpstr>
      <vt:lpstr>Força Elétrica : Lei de Coulomb</vt:lpstr>
      <vt:lpstr>PowerPoint Presentation</vt:lpstr>
      <vt:lpstr>PowerPoint Presentation</vt:lpstr>
      <vt:lpstr>Princípio da superposição</vt:lpstr>
      <vt:lpstr>PowerPoint Presentation</vt:lpstr>
      <vt:lpstr>Exemplo: Probl. 8 Cap. 21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1</cp:revision>
  <dcterms:created xsi:type="dcterms:W3CDTF">2020-08-18T21:02:41Z</dcterms:created>
  <dcterms:modified xsi:type="dcterms:W3CDTF">2020-08-19T15:57:26Z</dcterms:modified>
</cp:coreProperties>
</file>